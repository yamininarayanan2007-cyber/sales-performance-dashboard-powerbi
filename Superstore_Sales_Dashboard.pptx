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2FBDA-CAED-4B97-BCF3-463009997C2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78F9-57BE-4841-84FA-47B4F1E0B8A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Sales Performance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 Analyst Internship – Task 4</a:t>
            </a:r>
          </a:p>
          <a:p>
            <a:r>
              <a:rPr lang="en-US" dirty="0" smtClean="0"/>
              <a:t>Prepared by: </a:t>
            </a:r>
            <a:r>
              <a:rPr lang="en-US" b="1" dirty="0" err="1" smtClean="0"/>
              <a:t>Yamini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Tool Used: Power BI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the Project: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design an interactive business dashboard</a:t>
            </a:r>
          </a:p>
          <a:p>
            <a:r>
              <a:rPr lang="en-US" dirty="0" smtClean="0"/>
              <a:t>To analyze sales performance using KPIs</a:t>
            </a:r>
          </a:p>
          <a:p>
            <a:r>
              <a:rPr lang="en-US" dirty="0" smtClean="0"/>
              <a:t>To identify trends and regional performance</a:t>
            </a:r>
          </a:p>
          <a:p>
            <a:r>
              <a:rPr lang="en-US" dirty="0" smtClean="0"/>
              <a:t>To help stakeholders make data-driven decisions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&amp;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Dataset: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Superstore Sales Dataset (</a:t>
            </a:r>
            <a:r>
              <a:rPr lang="en-US" dirty="0" err="1" smtClean="0"/>
              <a:t>Kaggle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Tool Used: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Microsoft Power BI</a:t>
            </a:r>
          </a:p>
          <a:p>
            <a:r>
              <a:rPr lang="en-US" b="1" dirty="0" smtClean="0"/>
              <a:t>Data Fields Used: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Sales</a:t>
            </a:r>
          </a:p>
          <a:p>
            <a:pPr>
              <a:buNone/>
            </a:pPr>
            <a:r>
              <a:rPr lang="en-US" dirty="0" smtClean="0"/>
              <a:t>            Order Date</a:t>
            </a:r>
          </a:p>
          <a:p>
            <a:pPr>
              <a:buNone/>
            </a:pPr>
            <a:r>
              <a:rPr lang="en-US" dirty="0" smtClean="0"/>
              <a:t>             Category</a:t>
            </a:r>
          </a:p>
          <a:p>
            <a:pPr>
              <a:buNone/>
            </a:pPr>
            <a:r>
              <a:rPr lang="en-US" dirty="0" smtClean="0"/>
              <a:t>            Region</a:t>
            </a:r>
          </a:p>
          <a:p>
            <a:pPr>
              <a:buNone/>
            </a:pPr>
            <a:r>
              <a:rPr lang="en-US" dirty="0" smtClean="0"/>
              <a:t>            Segment</a:t>
            </a:r>
          </a:p>
          <a:p>
            <a:pPr>
              <a:buNone/>
            </a:pPr>
            <a:r>
              <a:rPr lang="en-US" dirty="0" smtClean="0"/>
              <a:t>             Order ID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KPIs Created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following KPIs were created: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Total Sales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Total Orders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Average Sales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Sales Trend Over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Sales by Category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Sales by Region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Sales recorded is </a:t>
            </a:r>
            <a:r>
              <a:rPr lang="en-US" b="1" dirty="0" smtClean="0"/>
              <a:t>389.15K</a:t>
            </a:r>
            <a:endParaRPr lang="en-US" dirty="0" smtClean="0"/>
          </a:p>
          <a:p>
            <a:r>
              <a:rPr lang="en-US" dirty="0" smtClean="0"/>
              <a:t>South region contributes highest sales</a:t>
            </a:r>
          </a:p>
          <a:p>
            <a:r>
              <a:rPr lang="en-US" dirty="0" smtClean="0"/>
              <a:t>Technology category generates strong revenue</a:t>
            </a:r>
          </a:p>
          <a:p>
            <a:r>
              <a:rPr lang="en-US" dirty="0" smtClean="0"/>
              <a:t>Sales show fluctuation over time</a:t>
            </a:r>
          </a:p>
          <a:p>
            <a:r>
              <a:rPr lang="en-US" dirty="0" smtClean="0"/>
              <a:t>Average Sales per order is </a:t>
            </a:r>
            <a:r>
              <a:rPr lang="en-US" b="1" dirty="0" smtClean="0"/>
              <a:t>243.52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Interactive Region Filter</a:t>
            </a:r>
          </a:p>
          <a:p>
            <a:r>
              <a:rPr lang="en-US" dirty="0" smtClean="0"/>
              <a:t>Time Series Analysis (Line Chart)</a:t>
            </a:r>
          </a:p>
          <a:p>
            <a:r>
              <a:rPr lang="en-US" dirty="0" smtClean="0"/>
              <a:t>Category &amp; Region Comparison</a:t>
            </a:r>
          </a:p>
          <a:p>
            <a:r>
              <a:rPr lang="en-US" dirty="0" smtClean="0"/>
              <a:t>Clean and professional layout</a:t>
            </a:r>
          </a:p>
          <a:p>
            <a:r>
              <a:rPr lang="en-US" dirty="0" smtClean="0"/>
              <a:t>Easy business performance monitoring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dashboard helps:</a:t>
            </a:r>
          </a:p>
          <a:p>
            <a:r>
              <a:rPr lang="en-US" dirty="0" smtClean="0"/>
              <a:t>Monitor overall sales performance</a:t>
            </a:r>
          </a:p>
          <a:p>
            <a:r>
              <a:rPr lang="en-US" dirty="0" smtClean="0"/>
              <a:t>Identify high-performing regions</a:t>
            </a:r>
          </a:p>
          <a:p>
            <a:r>
              <a:rPr lang="en-US" dirty="0" smtClean="0"/>
              <a:t>Compare category-wise revenue</a:t>
            </a:r>
          </a:p>
          <a:p>
            <a:r>
              <a:rPr lang="en-US" dirty="0" smtClean="0"/>
              <a:t>Support business decision-making</a:t>
            </a:r>
          </a:p>
          <a:p>
            <a:r>
              <a:rPr lang="en-US" dirty="0" smtClean="0"/>
              <a:t>The dashboard is interactive, simple, and user-friendly.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184</Words>
  <Application>Microsoft Office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Sales Performance Dashboard</vt:lpstr>
      <vt:lpstr>Objective of the Project:</vt:lpstr>
      <vt:lpstr>Dataset &amp; Tools</vt:lpstr>
      <vt:lpstr>Key KPIs Created</vt:lpstr>
      <vt:lpstr>Key Insights</vt:lpstr>
      <vt:lpstr>Dashboard Features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creator>dell</dc:creator>
  <cp:lastModifiedBy>dell</cp:lastModifiedBy>
  <cp:revision>1</cp:revision>
  <dcterms:created xsi:type="dcterms:W3CDTF">2026-02-17T06:10:14Z</dcterms:created>
  <dcterms:modified xsi:type="dcterms:W3CDTF">2026-02-17T06:16:47Z</dcterms:modified>
</cp:coreProperties>
</file>